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9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13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96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46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3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0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07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9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576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895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992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26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703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80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4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32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utcome">
            <a:extLst>
              <a:ext uri="{FF2B5EF4-FFF2-40B4-BE49-F238E27FC236}">
                <a16:creationId xmlns:a16="http://schemas.microsoft.com/office/drawing/2014/main" id="{D7D9DE01-7608-4490-A04A-31F271ED99C8}"/>
              </a:ext>
            </a:extLst>
          </p:cNvPr>
          <p:cNvSpPr>
            <a:spLocks noGrp="1"/>
          </p:cNvSpPr>
          <p:nvPr/>
        </p:nvSpPr>
        <p:spPr>
          <a:xfrm>
            <a:off x="3097764" y="4089151"/>
            <a:ext cx="1996751" cy="344977"/>
          </a:xfrm>
          <a:prstGeom prst="roundRect">
            <a:avLst>
              <a:gd name="adj" fmla="val 45161"/>
            </a:avLst>
          </a:prstGeom>
          <a:solidFill>
            <a:srgbClr val="12385E"/>
          </a:solidFill>
          <a:ln w="14288">
            <a:solidFill>
              <a:srgbClr val="5DE2E7"/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83119"/>
            <a:ext cx="6903505" cy="2651008"/>
          </a:xfrm>
          <a:prstGeom prst="rect">
            <a:avLst/>
          </a:prstGeom>
        </p:spPr>
      </p:pic>
      <p:sp>
        <p:nvSpPr>
          <p:cNvPr id="25" name="title">
            <a:extLst>
              <a:ext uri="{FF2B5EF4-FFF2-40B4-BE49-F238E27FC236}">
                <a16:creationId xmlns:a16="http://schemas.microsoft.com/office/drawing/2014/main" id="{8CEB6F0F-2428-492B-B042-B577AB9FDD8E}"/>
              </a:ext>
            </a:extLst>
          </p:cNvPr>
          <p:cNvSpPr>
            <a:spLocks noGrp="1"/>
          </p:cNvSpPr>
          <p:nvPr/>
        </p:nvSpPr>
        <p:spPr>
          <a:xfrm>
            <a:off x="533400" y="507352"/>
            <a:ext cx="581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 dirty="0" err="1">
                <a:solidFill>
                  <a:schemeClr val="tx2">
                    <a:lumMod val="50000"/>
                  </a:schemeClr>
                </a:solidFill>
                <a:latin typeface="Aptos"/>
                <a:ea typeface="Aptos"/>
                <a:cs typeface="Aptos"/>
              </a:rPr>
              <a:t>StudentCareer</a:t>
            </a:r>
            <a:r>
              <a:rPr sz="3750" b="1" dirty="0">
                <a:solidFill>
                  <a:schemeClr val="tx2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AI</a:t>
            </a:r>
          </a:p>
        </p:txBody>
      </p:sp>
      <p:sp>
        <p:nvSpPr>
          <p:cNvPr id="26" name="subtitle">
            <a:extLst>
              <a:ext uri="{FF2B5EF4-FFF2-40B4-BE49-F238E27FC236}">
                <a16:creationId xmlns:a16="http://schemas.microsoft.com/office/drawing/2014/main" id="{656D6F05-DC36-479B-8F2F-1121DD719D81}"/>
              </a:ext>
            </a:extLst>
          </p:cNvPr>
          <p:cNvSpPr>
            <a:spLocks noGrp="1"/>
          </p:cNvSpPr>
          <p:nvPr/>
        </p:nvSpPr>
        <p:spPr>
          <a:xfrm>
            <a:off x="565669" y="1114426"/>
            <a:ext cx="9057692" cy="3879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>
              <a:defRPr sz="1650" b="0">
                <a:solidFill>
                  <a:srgbClr val="B8C7D9"/>
                </a:solidFill>
                <a:latin typeface="Aptos"/>
                <a:ea typeface="Aptos"/>
                <a:cs typeface="Aptos"/>
              </a:defRPr>
            </a:pPr>
            <a:r>
              <a:rPr lang="en-US" sz="1650" dirty="0" smtClean="0"/>
              <a:t>analyzes </a:t>
            </a:r>
            <a:r>
              <a:rPr lang="en-US" sz="1650" dirty="0"/>
              <a:t>career roles, identifies skill gaps, and automates tailored job applications.</a:t>
            </a:r>
            <a:endParaRPr sz="1650" b="0" dirty="0">
              <a:solidFill>
                <a:schemeClr val="accent1">
                  <a:lumMod val="20000"/>
                  <a:lumOff val="80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positioning">
            <a:extLst>
              <a:ext uri="{FF2B5EF4-FFF2-40B4-BE49-F238E27FC236}">
                <a16:creationId xmlns:a16="http://schemas.microsoft.com/office/drawing/2014/main" id="{26FCBB13-4D58-4636-A052-446D92B89BCB}"/>
              </a:ext>
            </a:extLst>
          </p:cNvPr>
          <p:cNvSpPr>
            <a:spLocks noGrp="1"/>
          </p:cNvSpPr>
          <p:nvPr/>
        </p:nvSpPr>
        <p:spPr>
          <a:xfrm>
            <a:off x="8991600" y="5524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350" b="1">
                <a:solidFill>
                  <a:srgbClr val="FFBD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D72"/>
                </a:solidFill>
                <a:latin typeface="Aptos"/>
                <a:ea typeface="Aptos"/>
                <a:cs typeface="Aptos"/>
              </a:rPr>
              <a:t>NOT JUST JOB SEARCH</a:t>
            </a:r>
          </a:p>
        </p:txBody>
      </p:sp>
      <p:sp>
        <p:nvSpPr>
          <p:cNvPr id="28" name="question">
            <a:extLst>
              <a:ext uri="{FF2B5EF4-FFF2-40B4-BE49-F238E27FC236}">
                <a16:creationId xmlns:a16="http://schemas.microsoft.com/office/drawing/2014/main" id="{E2DF367C-A167-4CF7-895A-1774806D59A7}"/>
              </a:ext>
            </a:extLst>
          </p:cNvPr>
          <p:cNvSpPr>
            <a:spLocks noGrp="1"/>
          </p:cNvSpPr>
          <p:nvPr/>
        </p:nvSpPr>
        <p:spPr>
          <a:xfrm>
            <a:off x="8991600" y="8763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2100" b="1">
                <a:solidFill>
                  <a:srgbClr val="5DE2E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DE2E7"/>
                </a:solidFill>
                <a:latin typeface="Aptos"/>
                <a:ea typeface="Aptos"/>
                <a:cs typeface="Aptos"/>
              </a:rPr>
              <a:t>What next?</a:t>
            </a:r>
          </a:p>
        </p:txBody>
      </p:sp>
      <p:sp>
        <p:nvSpPr>
          <p:cNvPr id="29" name="header-rule">
            <a:extLst>
              <a:ext uri="{FF2B5EF4-FFF2-40B4-BE49-F238E27FC236}">
                <a16:creationId xmlns:a16="http://schemas.microsoft.com/office/drawing/2014/main" id="{9F36ED55-08E9-4B3D-9CFE-079C63DE889B}"/>
              </a:ext>
            </a:extLst>
          </p:cNvPr>
          <p:cNvSpPr>
            <a:spLocks noGrp="1"/>
          </p:cNvSpPr>
          <p:nvPr/>
        </p:nvSpPr>
        <p:spPr>
          <a:xfrm>
            <a:off x="533400" y="1518946"/>
            <a:ext cx="11125200" cy="0"/>
          </a:xfrm>
          <a:prstGeom prst="line">
            <a:avLst/>
          </a:prstGeom>
          <a:noFill/>
          <a:ln w="19050">
            <a:solidFill>
              <a:srgbClr val="31506F"/>
            </a:solidFill>
            <a:prstDash val="solid"/>
          </a:ln>
        </p:spPr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294" y="1854073"/>
            <a:ext cx="3285931" cy="3146002"/>
          </a:xfrm>
          <a:prstGeom prst="rect">
            <a:avLst/>
          </a:prstGeom>
        </p:spPr>
      </p:pic>
      <p:sp>
        <p:nvSpPr>
          <p:cNvPr id="32" name="human-control">
            <a:extLst>
              <a:ext uri="{FF2B5EF4-FFF2-40B4-BE49-F238E27FC236}">
                <a16:creationId xmlns:a16="http://schemas.microsoft.com/office/drawing/2014/main" id="{5F783403-46CB-46DA-B998-7EAC4EB3B4ED}"/>
              </a:ext>
            </a:extLst>
          </p:cNvPr>
          <p:cNvSpPr>
            <a:spLocks noGrp="1"/>
          </p:cNvSpPr>
          <p:nvPr/>
        </p:nvSpPr>
        <p:spPr>
          <a:xfrm>
            <a:off x="9374931" y="5125651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FFBD72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BD72"/>
                </a:solidFill>
                <a:latin typeface="Aptos"/>
                <a:ea typeface="Aptos"/>
                <a:cs typeface="Aptos"/>
              </a:rPr>
              <a:t>REVIEW  →  SUBMIT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831" y="4263725"/>
            <a:ext cx="797861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Platform: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Jobs, skills, readiness, and applications in one system.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Analyzer: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Maps market demand to student evidence and skill gaps.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AI: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Drafts tailored CVs, cover letters, and application answers.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Difference: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Deterministic decisions with human-controlled application assistance.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342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117</TotalTime>
  <Words>75</Words>
  <Application>Microsoft Office PowerPoint</Application>
  <DocSecurity>0</DocSecurity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Bookman Old Style</vt:lpstr>
      <vt:lpstr>Calibri</vt:lpstr>
      <vt:lpstr>Rockwell</vt:lpstr>
      <vt:lpstr>Damask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m3gat4on</cp:lastModifiedBy>
  <cp:revision>6</cp:revision>
  <dcterms:created xsi:type="dcterms:W3CDTF">2026-08-19T13:25:08Z</dcterms:created>
  <dcterms:modified xsi:type="dcterms:W3CDTF">2026-08-19T15:34:19Z</dcterms:modified>
</cp:coreProperties>
</file>